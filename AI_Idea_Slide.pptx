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786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0"/>
            <a:ext cx="12191695" cy="950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524305"/>
            <a:ext cx="3448202" cy="4781398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16200000" algn="bl" rotWithShape="0">
              <a:srgbClr val="8C959F">
                <a:alpha val="15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800100" y="2095805"/>
            <a:ext cx="2971800" cy="914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2078" r="-2078"/>
          <a:stretch/>
        </p:blipFill>
        <p:spPr>
          <a:xfrm>
            <a:off x="4515307" y="2095805"/>
            <a:ext cx="3161995" cy="914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l="-382" r="-382"/>
          <a:stretch/>
        </p:blipFill>
        <p:spPr>
          <a:xfrm>
            <a:off x="4677156" y="2628900"/>
            <a:ext cx="19202" cy="65745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rcRect l="-382" r="-382"/>
          <a:stretch/>
        </p:blipFill>
        <p:spPr>
          <a:xfrm>
            <a:off x="4677156" y="3629254"/>
            <a:ext cx="19202" cy="65745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 l="-382" r="-382"/>
          <a:stretch/>
        </p:blipFill>
        <p:spPr>
          <a:xfrm>
            <a:off x="4677156" y="4629607"/>
            <a:ext cx="19202" cy="657454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8191195" y="1524305"/>
            <a:ext cx="3448202" cy="4781398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25400" dir="16200000" algn="bl" rotWithShape="0">
              <a:srgbClr val="8C959F">
                <a:alpha val="15000"/>
              </a:srgbClr>
            </a:outerShdw>
          </a:effectLst>
        </p:spPr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8419795" y="2095805"/>
            <a:ext cx="2971800" cy="9144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86707" y="1524305"/>
            <a:ext cx="3657600" cy="4800600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4515307" y="2286000"/>
            <a:ext cx="342900" cy="342900"/>
          </a:xfrm>
          <a:prstGeom prst="ellipse">
            <a:avLst/>
          </a:prstGeom>
          <a:solidFill>
            <a:srgbClr val="DD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5"/>
          <p:cNvSpPr/>
          <p:nvPr/>
        </p:nvSpPr>
        <p:spPr>
          <a:xfrm>
            <a:off x="4515307" y="3286354"/>
            <a:ext cx="342900" cy="342900"/>
          </a:xfrm>
          <a:prstGeom prst="ellipse">
            <a:avLst/>
          </a:prstGeom>
          <a:solidFill>
            <a:srgbClr val="DD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4515307" y="4286707"/>
            <a:ext cx="342900" cy="342900"/>
          </a:xfrm>
          <a:prstGeom prst="ellipse">
            <a:avLst/>
          </a:prstGeom>
          <a:solidFill>
            <a:srgbClr val="DD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7"/>
          <p:cNvSpPr/>
          <p:nvPr/>
        </p:nvSpPr>
        <p:spPr>
          <a:xfrm>
            <a:off x="4515307" y="5286146"/>
            <a:ext cx="342900" cy="342900"/>
          </a:xfrm>
          <a:prstGeom prst="ellipse">
            <a:avLst/>
          </a:prstGeom>
          <a:solidFill>
            <a:srgbClr val="DD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8"/>
          <p:cNvSpPr txBox="1"/>
          <p:nvPr/>
        </p:nvSpPr>
        <p:spPr>
          <a:xfrm>
            <a:off x="571500" y="476402"/>
            <a:ext cx="11144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1F23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Self-Updating Project Documentation</a:t>
            </a:r>
            <a:endParaRPr lang="en-US" sz="2700" dirty="0"/>
          </a:p>
        </p:txBody>
      </p:sp>
      <p:sp>
        <p:nvSpPr>
          <p:cNvPr id="19" name="Text 9"/>
          <p:cNvSpPr txBox="1"/>
          <p:nvPr/>
        </p:nvSpPr>
        <p:spPr>
          <a:xfrm>
            <a:off x="571500" y="914400"/>
            <a:ext cx="7734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Solving the challenge of stale documentation in evolving repositories</a:t>
            </a:r>
            <a:endParaRPr lang="en-US" sz="13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0100" y="1766621"/>
            <a:ext cx="190195" cy="19019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123798" y="1733702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CF22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22" name="Text 11"/>
          <p:cNvSpPr txBox="1"/>
          <p:nvPr/>
        </p:nvSpPr>
        <p:spPr>
          <a:xfrm>
            <a:off x="800100" y="2286000"/>
            <a:ext cx="3086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Codebases</a:t>
            </a:r>
            <a:endParaRPr lang="en-US" sz="1300" dirty="0"/>
          </a:p>
        </p:txBody>
      </p:sp>
      <p:sp>
        <p:nvSpPr>
          <p:cNvPr id="23" name="Text 12"/>
          <p:cNvSpPr txBox="1"/>
          <p:nvPr/>
        </p:nvSpPr>
        <p:spPr>
          <a:xfrm>
            <a:off x="800100" y="2572207"/>
            <a:ext cx="3048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repositories are difficult for developers to understand quickly, leading to slow onboarding times and delivery.</a:t>
            </a:r>
            <a:endParaRPr lang="en-US" sz="1100" dirty="0"/>
          </a:p>
        </p:txBody>
      </p:sp>
      <p:sp>
        <p:nvSpPr>
          <p:cNvPr id="24" name="Text 13"/>
          <p:cNvSpPr txBox="1"/>
          <p:nvPr/>
        </p:nvSpPr>
        <p:spPr>
          <a:xfrm>
            <a:off x="800100" y="3619195"/>
            <a:ext cx="3086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Outdated Docs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800100" y="3905402"/>
            <a:ext cx="3048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stagnates as code evolves, making it unreliable and often misleading.</a:t>
            </a:r>
            <a:endParaRPr lang="en-US" sz="1100" dirty="0"/>
          </a:p>
        </p:txBody>
      </p:sp>
      <p:sp>
        <p:nvSpPr>
          <p:cNvPr id="26" name="Text 15"/>
          <p:cNvSpPr txBox="1"/>
          <p:nvPr/>
        </p:nvSpPr>
        <p:spPr>
          <a:xfrm>
            <a:off x="800100" y="4953305"/>
            <a:ext cx="3086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Silos</a:t>
            </a:r>
            <a:endParaRPr lang="en-US" sz="1300" dirty="0"/>
          </a:p>
        </p:txBody>
      </p:sp>
      <p:sp>
        <p:nvSpPr>
          <p:cNvPr id="27" name="Text 16"/>
          <p:cNvSpPr txBox="1"/>
          <p:nvPr/>
        </p:nvSpPr>
        <p:spPr>
          <a:xfrm>
            <a:off x="800100" y="5238598"/>
            <a:ext cx="3048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often builds on a single developer ("Bus Factor")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15307" y="1766621"/>
            <a:ext cx="237744" cy="19019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4839005" y="1733702"/>
            <a:ext cx="27742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0969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AI Solution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476902" y="232440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69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4990795" y="2286000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Repository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4990795" y="2523744"/>
            <a:ext cx="2743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scans the entire codebase to map file structure and dependencies.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4476902" y="3323844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69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4990795" y="3286354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Architecture</a:t>
            </a:r>
            <a:endParaRPr lang="en-US" sz="1200" dirty="0"/>
          </a:p>
        </p:txBody>
      </p:sp>
      <p:sp>
        <p:nvSpPr>
          <p:cNvPr id="35" name="Text 23"/>
          <p:cNvSpPr txBox="1"/>
          <p:nvPr/>
        </p:nvSpPr>
        <p:spPr>
          <a:xfrm>
            <a:off x="4990795" y="3524098"/>
            <a:ext cx="2743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Analyzes logic to understand the purpose of applications and modules.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4476902" y="4324198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69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4990795" y="4286707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Documentation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4990795" y="4524451"/>
            <a:ext cx="2743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structured high-level summaries and detailed file-level docs.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4476902" y="5324551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69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4990795" y="5286146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Auto-Update on Push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4990795" y="5524805"/>
            <a:ext cx="2743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Triggers automatically whenever changes are pushed to keep docs current.</a:t>
            </a:r>
            <a:endParaRPr lang="en-US" sz="10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19795" y="1766621"/>
            <a:ext cx="190195" cy="190195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744407" y="1733702"/>
            <a:ext cx="2477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1A7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Benefits</a:t>
            </a:r>
            <a:endParaRPr lang="en-US" sz="15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8419795" y="2333549"/>
            <a:ext cx="133502" cy="152705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8706002" y="2286000"/>
            <a:ext cx="28181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Developer Onboarding</a:t>
            </a:r>
            <a:endParaRPr lang="en-US" sz="1200" dirty="0"/>
          </a:p>
        </p:txBody>
      </p:sp>
      <p:sp>
        <p:nvSpPr>
          <p:cNvPr id="46" name="Text 32"/>
          <p:cNvSpPr txBox="1"/>
          <p:nvPr/>
        </p:nvSpPr>
        <p:spPr>
          <a:xfrm>
            <a:off x="8706002" y="2523744"/>
            <a:ext cx="2743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team members can understand the repo and architecture </a:t>
            </a:r>
            <a:r>
              <a:rPr lang="en-US" sz="100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much faster.</a:t>
            </a:r>
            <a:endParaRPr lang="en-US" sz="10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8419795" y="3333902"/>
            <a:ext cx="133502" cy="15270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8706002" y="3286354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Sharing</a:t>
            </a:r>
            <a:endParaRPr lang="en-US" sz="1200" dirty="0"/>
          </a:p>
        </p:txBody>
      </p:sp>
      <p:sp>
        <p:nvSpPr>
          <p:cNvPr id="49" name="Text 34"/>
          <p:cNvSpPr txBox="1"/>
          <p:nvPr/>
        </p:nvSpPr>
        <p:spPr>
          <a:xfrm>
            <a:off x="8706002" y="3524098"/>
            <a:ext cx="2743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developer can pick up any module, democratizing access to information.</a:t>
            </a:r>
            <a:endParaRPr lang="en-US" sz="100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419795" y="4334256"/>
            <a:ext cx="152705" cy="152705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8706002" y="4286707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Up-to-Date</a:t>
            </a:r>
            <a:endParaRPr lang="en-US" sz="1200" dirty="0"/>
          </a:p>
        </p:txBody>
      </p:sp>
      <p:sp>
        <p:nvSpPr>
          <p:cNvPr id="52" name="Text 36"/>
          <p:cNvSpPr txBox="1"/>
          <p:nvPr/>
        </p:nvSpPr>
        <p:spPr>
          <a:xfrm>
            <a:off x="8706002" y="4524451"/>
            <a:ext cx="27432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evolves in real-time with code changes; no manual updates needed.</a:t>
            </a:r>
            <a:endParaRPr lang="en-US" sz="100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8419795" y="5333695"/>
            <a:ext cx="190195" cy="152705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8706002" y="5286146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2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Dependency</a:t>
            </a:r>
            <a:endParaRPr lang="en-US" sz="1200" dirty="0"/>
          </a:p>
        </p:txBody>
      </p:sp>
      <p:sp>
        <p:nvSpPr>
          <p:cNvPr id="55" name="Text 38"/>
          <p:cNvSpPr txBox="1"/>
          <p:nvPr/>
        </p:nvSpPr>
        <p:spPr>
          <a:xfrm>
            <a:off x="8706002" y="5524805"/>
            <a:ext cx="2743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"only one person knows this module" scenarios.</a:t>
            </a:r>
            <a:endParaRPr lang="en-US" sz="1000" dirty="0"/>
          </a:p>
        </p:txBody>
      </p:sp>
      <p:sp>
        <p:nvSpPr>
          <p:cNvPr id="56" name="Text 39"/>
          <p:cNvSpPr txBox="1"/>
          <p:nvPr/>
        </p:nvSpPr>
        <p:spPr>
          <a:xfrm>
            <a:off x="571500" y="6476695"/>
            <a:ext cx="2971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7" name="Text 40"/>
          <p:cNvSpPr txBox="1"/>
          <p:nvPr/>
        </p:nvSpPr>
        <p:spPr>
          <a:xfrm>
            <a:off x="10211105" y="6476695"/>
            <a:ext cx="1410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Inter</vt:lpstr>
      <vt:lpstr>Office Theme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Balaji S M</cp:lastModifiedBy>
  <cp:revision>3</cp:revision>
  <dcterms:created xsi:type="dcterms:W3CDTF">2026-03-23T06:05:36Z</dcterms:created>
  <dcterms:modified xsi:type="dcterms:W3CDTF">2026-03-23T06:10:05Z</dcterms:modified>
</cp:coreProperties>
</file>